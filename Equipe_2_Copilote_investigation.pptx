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2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pe Roy - ROYP3" userId="9c11937f-58d7-4a37-8217-f4ca2a097ecd" providerId="ADAL" clId="{2479187A-CE11-4F7F-8FF7-918C6624B082}"/>
    <pc:docChg chg="custSel modSld">
      <pc:chgData name="Philippe Roy - ROYP3" userId="9c11937f-58d7-4a37-8217-f4ca2a097ecd" providerId="ADAL" clId="{2479187A-CE11-4F7F-8FF7-918C6624B082}" dt="2026-09-14T18:23:49.134" v="4" actId="478"/>
      <pc:docMkLst>
        <pc:docMk/>
      </pc:docMkLst>
      <pc:sldChg chg="delSp mod">
        <pc:chgData name="Philippe Roy - ROYP3" userId="9c11937f-58d7-4a37-8217-f4ca2a097ecd" providerId="ADAL" clId="{2479187A-CE11-4F7F-8FF7-918C6624B082}" dt="2026-09-14T18:23:49.134" v="4" actId="478"/>
        <pc:sldMkLst>
          <pc:docMk/>
          <pc:sldMk cId="0" sldId="259"/>
        </pc:sldMkLst>
        <pc:spChg chg="del">
          <ac:chgData name="Philippe Roy - ROYP3" userId="9c11937f-58d7-4a37-8217-f4ca2a097ecd" providerId="ADAL" clId="{2479187A-CE11-4F7F-8FF7-918C6624B082}" dt="2026-09-14T18:23:49.134" v="4" actId="478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Philippe Roy - ROYP3" userId="9c11937f-58d7-4a37-8217-f4ca2a097ecd" providerId="ADAL" clId="{2479187A-CE11-4F7F-8FF7-918C6624B082}" dt="2026-09-14T18:11:53.814" v="3" actId="20577"/>
        <pc:sldMkLst>
          <pc:docMk/>
          <pc:sldMk cId="0" sldId="260"/>
        </pc:sldMkLst>
        <pc:spChg chg="mod">
          <ac:chgData name="Philippe Roy - ROYP3" userId="9c11937f-58d7-4a37-8217-f4ca2a097ecd" providerId="ADAL" clId="{2479187A-CE11-4F7F-8FF7-918C6624B082}" dt="2026-09-14T18:11:53.814" v="3" actId="20577"/>
          <ac:spMkLst>
            <pc:docMk/>
            <pc:sldMk cId="0" sldId="260"/>
            <ac:spMk id="4" creationId="{00000000-0000-0000-0000-000000000000}"/>
          </ac:spMkLst>
        </pc:spChg>
      </pc:sldChg>
    </pc:docChg>
  </pc:docChgLst>
  <pc:docChgLst>
    <pc:chgData name="Francois Foster - FOSF5" userId="cdadd7e1-5caa-4219-9882-b0a699601a7a" providerId="ADAL" clId="{986A448C-C8B0-4410-8F93-72CC8045E633}"/>
    <pc:docChg chg="custSel modSld">
      <pc:chgData name="Francois Foster - FOSF5" userId="cdadd7e1-5caa-4219-9882-b0a699601a7a" providerId="ADAL" clId="{986A448C-C8B0-4410-8F93-72CC8045E633}" dt="2026-09-15T18:54:24.652" v="37" actId="20577"/>
      <pc:docMkLst>
        <pc:docMk/>
      </pc:docMkLst>
      <pc:sldChg chg="modSp mod">
        <pc:chgData name="Francois Foster - FOSF5" userId="cdadd7e1-5caa-4219-9882-b0a699601a7a" providerId="ADAL" clId="{986A448C-C8B0-4410-8F93-72CC8045E633}" dt="2026-09-15T18:54:24.570" v="23" actId="20577"/>
        <pc:sldMkLst>
          <pc:docMk/>
          <pc:sldMk cId="0" sldId="256"/>
        </pc:sldMkLst>
        <pc:spChg chg="mod">
          <ac:chgData name="Francois Foster - FOSF5" userId="cdadd7e1-5caa-4219-9882-b0a699601a7a" providerId="ADAL" clId="{986A448C-C8B0-4410-8F93-72CC8045E633}" dt="2026-09-15T18:54:24.562" v="22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Francois Foster - FOSF5" userId="cdadd7e1-5caa-4219-9882-b0a699601a7a" providerId="ADAL" clId="{986A448C-C8B0-4410-8F93-72CC8045E633}" dt="2026-09-15T18:54:24.570" v="23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Francois Foster - FOSF5" userId="cdadd7e1-5caa-4219-9882-b0a699601a7a" providerId="ADAL" clId="{986A448C-C8B0-4410-8F93-72CC8045E633}" dt="2026-09-15T18:54:24.586" v="25" actId="20577"/>
        <pc:sldMkLst>
          <pc:docMk/>
          <pc:sldMk cId="0" sldId="257"/>
        </pc:sldMkLst>
        <pc:spChg chg="mod">
          <ac:chgData name="Francois Foster - FOSF5" userId="cdadd7e1-5caa-4219-9882-b0a699601a7a" providerId="ADAL" clId="{986A448C-C8B0-4410-8F93-72CC8045E633}" dt="2026-09-15T18:54:24.580" v="24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Francois Foster - FOSF5" userId="cdadd7e1-5caa-4219-9882-b0a699601a7a" providerId="ADAL" clId="{986A448C-C8B0-4410-8F93-72CC8045E633}" dt="2026-09-15T18:54:24.586" v="25" actId="20577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Francois Foster - FOSF5" userId="cdadd7e1-5caa-4219-9882-b0a699601a7a" providerId="ADAL" clId="{986A448C-C8B0-4410-8F93-72CC8045E633}" dt="2026-09-15T18:54:24.606" v="29" actId="20577"/>
        <pc:sldMkLst>
          <pc:docMk/>
          <pc:sldMk cId="0" sldId="258"/>
        </pc:sldMkLst>
        <pc:spChg chg="mod">
          <ac:chgData name="Francois Foster - FOSF5" userId="cdadd7e1-5caa-4219-9882-b0a699601a7a" providerId="ADAL" clId="{986A448C-C8B0-4410-8F93-72CC8045E633}" dt="2026-09-15T18:54:24.591" v="26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Francois Foster - FOSF5" userId="cdadd7e1-5caa-4219-9882-b0a699601a7a" providerId="ADAL" clId="{986A448C-C8B0-4410-8F93-72CC8045E633}" dt="2026-09-15T18:54:24.596" v="27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Francois Foster - FOSF5" userId="cdadd7e1-5caa-4219-9882-b0a699601a7a" providerId="ADAL" clId="{986A448C-C8B0-4410-8F93-72CC8045E633}" dt="2026-09-15T18:54:24.602" v="28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Francois Foster - FOSF5" userId="cdadd7e1-5caa-4219-9882-b0a699601a7a" providerId="ADAL" clId="{986A448C-C8B0-4410-8F93-72CC8045E633}" dt="2026-09-15T18:54:24.606" v="29" actId="20577"/>
          <ac:spMkLst>
            <pc:docMk/>
            <pc:sldMk cId="0" sldId="258"/>
            <ac:spMk id="18" creationId="{00000000-0000-0000-0000-000000000000}"/>
          </ac:spMkLst>
        </pc:spChg>
      </pc:sldChg>
      <pc:sldChg chg="addSp modSp mod">
        <pc:chgData name="Francois Foster - FOSF5" userId="cdadd7e1-5caa-4219-9882-b0a699601a7a" providerId="ADAL" clId="{986A448C-C8B0-4410-8F93-72CC8045E633}" dt="2026-09-15T18:54:24.630" v="33" actId="20577"/>
        <pc:sldMkLst>
          <pc:docMk/>
          <pc:sldMk cId="0" sldId="259"/>
        </pc:sldMkLst>
        <pc:spChg chg="mod">
          <ac:chgData name="Francois Foster - FOSF5" userId="cdadd7e1-5caa-4219-9882-b0a699601a7a" providerId="ADAL" clId="{986A448C-C8B0-4410-8F93-72CC8045E633}" dt="2026-09-15T18:54:24.614" v="30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Francois Foster - FOSF5" userId="cdadd7e1-5caa-4219-9882-b0a699601a7a" providerId="ADAL" clId="{986A448C-C8B0-4410-8F93-72CC8045E633}" dt="2026-09-15T18:54:24.619" v="31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Francois Foster - FOSF5" userId="cdadd7e1-5caa-4219-9882-b0a699601a7a" providerId="ADAL" clId="{986A448C-C8B0-4410-8F93-72CC8045E633}" dt="2026-09-15T18:54:24.624" v="32" actId="20577"/>
          <ac:spMkLst>
            <pc:docMk/>
            <pc:sldMk cId="0" sldId="259"/>
            <ac:spMk id="11" creationId="{00000000-0000-0000-0000-000000000000}"/>
          </ac:spMkLst>
        </pc:spChg>
        <pc:spChg chg="add mod">
          <ac:chgData name="Francois Foster - FOSF5" userId="cdadd7e1-5caa-4219-9882-b0a699601a7a" providerId="ADAL" clId="{986A448C-C8B0-4410-8F93-72CC8045E633}" dt="2026-09-15T18:54:24.630" v="33" actId="20577"/>
          <ac:spMkLst>
            <pc:docMk/>
            <pc:sldMk cId="0" sldId="259"/>
            <ac:spMk id="14" creationId="{CF9C5C8D-F3D4-462F-5624-B1F093C58FE4}"/>
          </ac:spMkLst>
        </pc:spChg>
      </pc:sldChg>
      <pc:sldChg chg="modSp mod">
        <pc:chgData name="Francois Foster - FOSF5" userId="cdadd7e1-5caa-4219-9882-b0a699601a7a" providerId="ADAL" clId="{986A448C-C8B0-4410-8F93-72CC8045E633}" dt="2026-09-15T18:54:24.652" v="37" actId="20577"/>
        <pc:sldMkLst>
          <pc:docMk/>
          <pc:sldMk cId="0" sldId="260"/>
        </pc:sldMkLst>
        <pc:spChg chg="mod">
          <ac:chgData name="Francois Foster - FOSF5" userId="cdadd7e1-5caa-4219-9882-b0a699601a7a" providerId="ADAL" clId="{986A448C-C8B0-4410-8F93-72CC8045E633}" dt="2026-09-15T18:54:24.637" v="34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Francois Foster - FOSF5" userId="cdadd7e1-5caa-4219-9882-b0a699601a7a" providerId="ADAL" clId="{986A448C-C8B0-4410-8F93-72CC8045E633}" dt="2026-09-15T18:54:24.642" v="35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Francois Foster - FOSF5" userId="cdadd7e1-5caa-4219-9882-b0a699601a7a" providerId="ADAL" clId="{986A448C-C8B0-4410-8F93-72CC8045E633}" dt="2026-09-15T18:54:24.647" v="36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Francois Foster - FOSF5" userId="cdadd7e1-5caa-4219-9882-b0a699601a7a" providerId="ADAL" clId="{986A448C-C8B0-4410-8F93-72CC8045E633}" dt="2026-09-15T18:54:24.652" v="37" actId="20577"/>
          <ac:spMkLst>
            <pc:docMk/>
            <pc:sldMk cId="0" sldId="260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47749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WORKSHOP — L’IA AU SERVICE DU SUPPORT CLIENT</a:t>
            </a:r>
          </a:p>
        </p:txBody>
      </p:sp>
      <p:sp>
        <p:nvSpPr>
          <p:cNvPr id="3" name="Cover accent"/>
          <p:cNvSpPr/>
          <p:nvPr/>
        </p:nvSpPr>
        <p:spPr>
          <a:xfrm>
            <a:off x="685800" y="31432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390900"/>
            <a:ext cx="9906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4950" b="1" i="0" u="none">
                <a:solidFill>
                  <a:srgbClr val="2C2C2B"/>
                </a:solidFill>
                <a:latin typeface="Arial"/>
              </a:rPr>
              <a:t>Copilote d’investigation Jira</a:t>
            </a:r>
            <a:endParaRPr sz="4950" b="1" i="0" u="none">
              <a:solidFill>
                <a:srgbClr val="2C2C2B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5124450"/>
            <a:ext cx="7810499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800" b="0" i="0" u="none">
                <a:solidFill>
                  <a:srgbClr val="7D7A75"/>
                </a:solidFill>
                <a:latin typeface="Arial"/>
              </a:rPr>
              <a:t>Équipe 2  |  Investigation automatisée · GitHub Copilot · MCP</a:t>
            </a:r>
            <a:endParaRPr sz="1800" b="0" i="0" u="none">
              <a:solidFill>
                <a:srgbClr val="7D7A75"/>
              </a:solidFill>
              <a:latin typeface="Arial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8077200" y="630555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POC</a:t>
            </a:r>
          </a:p>
        </p:txBody>
      </p:sp>
      <p:cxnSp>
        <p:nvCxnSpPr>
          <p:cNvPr id="7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Workshop L’IA au service du support client — Gardez le flux simple, démontrable et validé par un humain.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01 — LE BESOIN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Le problème à résoudre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Irritant actuel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575" b="0" i="0" u="none">
                <a:solidFill>
                  <a:srgbClr val="7D7A75"/>
                </a:solidFill>
                <a:latin typeface="Arial"/>
              </a:rPr>
              <a:t>Chaque nouveau bogue exige de croiser Jira, le produit principal, les intégrations et parfois un dépôt client. Cette recherche manuelle ralentit le diagnostic et dépend de connaissances dispersées.</a:t>
            </a:r>
            <a:endParaRPr sz="1575" b="0" i="0" u="none">
              <a:solidFill>
                <a:srgbClr val="7D7A75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Utilisateur cible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575" b="0" i="0" u="none">
                <a:solidFill>
                  <a:srgbClr val="7D7A75"/>
                </a:solidFill>
                <a:latin typeface="Arial"/>
              </a:rPr>
              <a:t>Équipier du support technique qui doit comprendre rapidement un incident, retrouver les preuves dans le code et préparer une analyse fiable pour révision humaine.</a:t>
            </a:r>
            <a:endParaRPr sz="1575" b="0" i="0" u="none">
              <a:solidFill>
                <a:srgbClr val="7D7A75"/>
              </a:solidFill>
              <a:latin typeface="Arial"/>
            </a:endParaRPr>
          </a:p>
        </p:txBody>
      </p:sp>
      <p:cxnSp>
        <p:nvCxnSpPr>
          <p:cNvPr id="13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4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Workshop L’IA au service du support client — Gardez le flux simple, démontrable et validé par un humain.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02 — LE FLUX À DÉMONTRER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Un scénario simple, de bout en 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50" b="0" i="0" u="none">
                <a:solidFill>
                  <a:srgbClr val="7D7A75"/>
                </a:solidFill>
                <a:latin typeface="Arial"/>
              </a:rPr>
              <a:t>Un scénario automatisé, observable et révisable avant toute action.</a:t>
            </a:r>
            <a:endParaRPr sz="1650" b="0" i="0" u="none">
              <a:solidFill>
                <a:srgbClr val="7D7A75"/>
              </a:solidFill>
              <a:latin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905000" y="3448050"/>
            <a:ext cx="83820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7" name="Process step 1 marker"/>
          <p:cNvSpPr/>
          <p:nvPr/>
        </p:nvSpPr>
        <p:spPr>
          <a:xfrm>
            <a:off x="2324100" y="3200400"/>
            <a:ext cx="495299" cy="495299"/>
          </a:xfrm>
          <a:prstGeom prst="ellipse">
            <a:avLst/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2410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Entrée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75" b="0" i="0" u="none">
                <a:solidFill>
                  <a:srgbClr val="7D7A75"/>
                </a:solidFill>
                <a:latin typeface="Arial"/>
              </a:rPr>
              <a:t>Création d’un bogue Jira avec titre, description, commentaires et contexte du projet.</a:t>
            </a:r>
            <a:endParaRPr sz="1275" b="0" i="0" u="none">
              <a:solidFill>
                <a:srgbClr val="7D7A75"/>
              </a:solidFill>
              <a:latin typeface="Arial"/>
            </a:endParaRPr>
          </a:p>
        </p:txBody>
      </p:sp>
      <p:sp>
        <p:nvSpPr>
          <p:cNvPr id="11" name="Process step 2 marker"/>
          <p:cNvSpPr/>
          <p:nvPr/>
        </p:nvSpPr>
        <p:spPr>
          <a:xfrm>
            <a:off x="584835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4835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Traitement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75" b="0" i="0" u="none">
                <a:solidFill>
                  <a:srgbClr val="7D7A75"/>
                </a:solidFill>
                <a:latin typeface="Arial"/>
              </a:rPr>
              <a:t>Copilot consulte Jira, puis aether et aether-core-integration. Il cherche un dépôt client seulement si la correspondance est fiable.</a:t>
            </a:r>
            <a:endParaRPr sz="1275" b="0" i="0" u="none">
              <a:solidFill>
                <a:srgbClr val="7D7A75"/>
              </a:solidFill>
              <a:latin typeface="Arial"/>
            </a:endParaRPr>
          </a:p>
        </p:txBody>
      </p:sp>
      <p:sp>
        <p:nvSpPr>
          <p:cNvPr id="15" name="Process step 3 marker"/>
          <p:cNvSpPr/>
          <p:nvPr/>
        </p:nvSpPr>
        <p:spPr>
          <a:xfrm>
            <a:off x="937260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Résultat révisable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75" b="0" i="0" u="none">
                <a:solidFill>
                  <a:srgbClr val="7D7A75"/>
                </a:solidFill>
                <a:latin typeface="Arial"/>
              </a:rPr>
              <a:t>Une analyse sourcée : résumé, dépôts consultés, preuves, prochaines étapes, risques et niveau de confiance.</a:t>
            </a:r>
            <a:endParaRPr sz="1275" b="0" i="0" u="none">
              <a:solidFill>
                <a:srgbClr val="7D7A75"/>
              </a:solidFill>
              <a:latin typeface="Arial"/>
            </a:endParaRPr>
          </a:p>
        </p:txBody>
      </p:sp>
      <p:cxnSp>
        <p:nvCxnSpPr>
          <p:cNvPr id="19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20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Workshop L’IA au service du support client — Gardez le flux simple, démontrable et validé par un humain.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03 — MVP ET GARDE-FOUS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Ce que nous voulons prouver aujourd’hui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4050" b="1" i="0" u="none">
                <a:solidFill>
                  <a:srgbClr val="2C2C2B"/>
                </a:solidFill>
                <a:latin typeface="Arial"/>
              </a:rPr>
              <a:t>Déclencher une investigation sourcée à partir d’un bogue Jira, sans modifier les dépôts.</a:t>
            </a:r>
            <a:endParaRPr sz="4050" b="1" i="0" u="none">
              <a:solidFill>
                <a:srgbClr val="2C2C2B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INDICATEUR DE SUCCÈS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575" b="1" i="0" u="none">
                <a:solidFill>
                  <a:srgbClr val="2C2C2B"/>
                </a:solidFill>
                <a:latin typeface="Arial"/>
              </a:rPr>
              <a:t>Réduire le temps de première investigation avec des preuves vérifiables.</a:t>
            </a:r>
            <a:endParaRPr sz="1575" b="1" i="0" u="none">
              <a:solidFill>
                <a:srgbClr val="2C2C2B"/>
              </a:solidFill>
              <a:latin typeface="Arial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RISQUES À GÉRER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575" b="1" i="0" u="none">
                <a:solidFill>
                  <a:srgbClr val="2C2C2B"/>
                </a:solidFill>
                <a:latin typeface="Arial"/>
              </a:rPr>
              <a:t>Accès privés, fuite de secrets, dépôt client mal associé et conclusions non vérifiées.</a:t>
            </a:r>
            <a:endParaRPr sz="1575" b="1" i="0" u="none">
              <a:solidFill>
                <a:srgbClr val="2C2C2B"/>
              </a:solidFill>
              <a:latin typeface="Arial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PROCHAINE ÉTAPE</a:t>
            </a:r>
          </a:p>
        </p:txBody>
      </p:sp>
      <p:cxnSp>
        <p:nvCxnSpPr>
          <p:cNvPr id="15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6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Workshop L’IA au service du support client — Gardez le flux simple, démontrable et validé par un humain.</a:t>
            </a:r>
          </a:p>
        </p:txBody>
      </p:sp>
      <p:sp>
        <p:nvSpPr>
          <p:cNvPr id="14" name="Next step body">
            <a:extLst>
              <a:ext uri="{FF2B5EF4-FFF2-40B4-BE49-F238E27FC236}">
                <a16:creationId xmlns:a16="http://schemas.microsoft.com/office/drawing/2014/main" id="{CF9C5C8D-F3D4-462F-5624-B1F093C58FE4}"/>
              </a:ext>
            </a:extLst>
          </p:cNvPr>
          <p:cNvSpPr txBox="1"/>
          <p:nvPr/>
        </p:nvSpPr>
        <p:spPr>
          <a:xfrm>
            <a:off x="63436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575" b="1" i="0" u="none">
                <a:solidFill>
                  <a:srgbClr val="2C2C2B"/>
                </a:solidFill>
                <a:latin typeface="Arial"/>
              </a:rPr>
              <a:t>Valider le commentaire interne Jira; sinon, utiliser un service Jira/Rovo dédié.</a:t>
            </a:r>
            <a:endParaRPr sz="1575" b="1" i="0" u="none">
              <a:solidFill>
                <a:srgbClr val="2C2C2B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04 — DÉMONSTRATION ET SUITE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 dirty="0">
                <a:solidFill>
                  <a:srgbClr val="2C2C2B"/>
                </a:solidFill>
                <a:latin typeface="Arial"/>
              </a:rPr>
              <a:t>La </a:t>
            </a:r>
            <a:r>
              <a:rPr sz="3000" b="1" i="0" u="none" dirty="0" err="1">
                <a:solidFill>
                  <a:srgbClr val="2C2C2B"/>
                </a:solidFill>
                <a:latin typeface="Arial"/>
              </a:rPr>
              <a:t>démo</a:t>
            </a:r>
            <a:r>
              <a:rPr sz="3000" b="1" i="0" u="none" dirty="0">
                <a:solidFill>
                  <a:srgbClr val="2C2C2B"/>
                </a:solidFill>
                <a:latin typeface="Arial"/>
              </a:rPr>
              <a:t> </a:t>
            </a:r>
            <a:r>
              <a:rPr sz="3000" b="1" i="0" u="none" dirty="0" err="1">
                <a:solidFill>
                  <a:srgbClr val="2C2C2B"/>
                </a:solidFill>
                <a:latin typeface="Arial"/>
              </a:rPr>
              <a:t>en</a:t>
            </a:r>
            <a:r>
              <a:rPr sz="3000" b="1" i="0" u="none" dirty="0">
                <a:solidFill>
                  <a:srgbClr val="2C2C2B"/>
                </a:solidFill>
                <a:latin typeface="Arial"/>
              </a:rPr>
              <a:t> </a:t>
            </a:r>
            <a:r>
              <a:rPr lang="fr-CA" sz="3000" b="1" i="0" u="none" dirty="0">
                <a:solidFill>
                  <a:srgbClr val="2C2C2B"/>
                </a:solidFill>
                <a:latin typeface="Arial"/>
              </a:rPr>
              <a:t>3</a:t>
            </a:r>
            <a:r>
              <a:rPr sz="3000" b="1" i="0" u="none" dirty="0">
                <a:solidFill>
                  <a:srgbClr val="2C2C2B"/>
                </a:solidFill>
                <a:latin typeface="Arial"/>
              </a:rPr>
              <a:t> à </a:t>
            </a:r>
            <a:r>
              <a:rPr lang="fr-CA" sz="3000" b="1" i="0" u="none">
                <a:solidFill>
                  <a:srgbClr val="2C2C2B"/>
                </a:solidFill>
                <a:latin typeface="Arial"/>
              </a:rPr>
              <a:t>5</a:t>
            </a:r>
            <a:r>
              <a:rPr sz="3000" b="1" i="0" u="none">
                <a:solidFill>
                  <a:srgbClr val="2C2C2B"/>
                </a:solidFill>
                <a:latin typeface="Arial"/>
              </a:rPr>
              <a:t>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526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1336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025" b="1" i="0" u="none">
                <a:solidFill>
                  <a:srgbClr val="2C2C2B"/>
                </a:solidFill>
                <a:latin typeface="Arial"/>
              </a:rPr>
              <a:t>Créer un bogue Jira représentatif et montrer le déclenchement automatique de la règle.</a:t>
            </a:r>
            <a:endParaRPr sz="2025" b="1" i="0" u="none">
              <a:solidFill>
                <a:srgbClr val="2C2C2B"/>
              </a:solidFill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85800" y="26670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527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025" b="0" i="0" u="none">
                <a:solidFill>
                  <a:srgbClr val="2C2C2B"/>
                </a:solidFill>
                <a:latin typeface="Arial"/>
              </a:rPr>
              <a:t>Suivre l’agent pendant la lecture du billet et des dépôts aether et aether-core-integration.</a:t>
            </a:r>
            <a:endParaRPr sz="2025" b="0" i="0" u="none">
              <a:solidFill>
                <a:srgbClr val="2C2C2B"/>
              </a:solidFill>
              <a:latin typeface="Arial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85800" y="34861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379094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719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025" b="0" i="0" u="none">
                <a:solidFill>
                  <a:srgbClr val="2C2C2B"/>
                </a:solidFill>
                <a:latin typeface="Arial"/>
              </a:rPr>
              <a:t>Présenter l’analyse produite, les preuves citées, le dépôt client retenu ou écarté et la validation humaine.</a:t>
            </a:r>
            <a:endParaRPr sz="2025" b="0" i="0" u="none">
              <a:solidFill>
                <a:srgbClr val="2C2C2B"/>
              </a:solidFill>
              <a:latin typeface="Arial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3053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5800" y="46101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910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025" b="0" i="0" u="none">
                <a:solidFill>
                  <a:srgbClr val="2C2C2B"/>
                </a:solidFill>
                <a:latin typeface="Arial"/>
              </a:rPr>
              <a:t>Décider de la suite : stabiliser Azure DevOps MCP et utiliser un service Jira/Rovo si un commentaire interne automatisé est requis.</a:t>
            </a:r>
            <a:endParaRPr sz="2025" b="0" i="0" u="none">
              <a:solidFill>
                <a:srgbClr val="2C2C2B"/>
              </a:solidFill>
              <a:latin typeface="Arial"/>
            </a:endParaRPr>
          </a:p>
        </p:txBody>
      </p:sp>
      <p:cxnSp>
        <p:nvCxnSpPr>
          <p:cNvPr id="16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7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Workshop L’IA au service du support client — Gardez le flux simple, démontrable et validé par un humain.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bf3289d6-ee43-4e0d-9204-110b7e9003dc}" enabled="0" method="" siteId="{bf3289d6-ee43-4e0d-9204-110b7e9003d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447</Words>
  <Application>Microsoft Office PowerPoint</Application>
  <DocSecurity>0</DocSecurity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Equipe 2 Copilote investigation</dc:title>
  <dc:subject/>
  <dc:creator>Notion AI</dc:creator>
  <cp:keywords/>
  <dc:description>generated using python-pptx</dc:description>
  <cp:lastModifiedBy>Francois Foster - FOSF5</cp:lastModifiedBy>
  <cp:revision>1</cp:revision>
  <dcterms:created xsi:type="dcterms:W3CDTF">2026-09-14T17:45:25Z</dcterms:created>
  <dcterms:modified xsi:type="dcterms:W3CDTF">2026-09-15T19:04:25Z</dcterms:modified>
  <cp:category/>
</cp:coreProperties>
</file>